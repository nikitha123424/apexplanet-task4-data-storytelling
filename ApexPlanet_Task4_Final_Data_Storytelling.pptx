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ApexPlanet Internship – Task 4</a:t>
            </a:r>
          </a:p>
          <a:p>
            <a:pPr algn="ctr">
              <a:defRPr sz="2600" b="1">
                <a:solidFill>
                  <a:srgbClr val="BED7F5"/>
                </a:solidFill>
              </a:defRPr>
            </a:pPr>
            <a:r>
              <a:t>Data Storytelling &amp; 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Customer Analytics • Business Insights • Hypothesis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Turn the analysis from previous tasks into one clear business story.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Understand sales patterns and customer purchasing behavior.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Validate a business question using statistical hypothesis testing.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Translate findings into practical business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Data Story: From Transactions to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1,000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0712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947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Unique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₹139,399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Overall Avg. Sales /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5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Product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The cleaned dataset contains 1,000 sales transactions and 947 unique customers.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Sales were analyzed by category, city, product and gender.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Customer-level metrics were created for segmentation.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The combined findings provide a basis for targeted business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Sales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Electronics generated the highest category sales at ₹50.78 million.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Patna recorded the highest city-level sales at approximately ₹19.29 million among the listed cities.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Laptop was the highest-selling product by total sales at approximately ₹25.44 million.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Male customers contributed ₹72.46 million and female customers ₹66.94 million in total sales.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Occasional Customers: 409 customers.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Regular Customers: 331 customers.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High Value Customers: 155 customers.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Low Value Customers: 52 customers.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High Value Customers generated approximately ₹52.05 million in spending.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Business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Business question: Do male and female customers have significantly different average sales per order?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H₀: Male and female customers have the same average sales per order.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H₁: Male and female customers have different average sales per order.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Statistical method: Independent two-sample t-test.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Statistical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₹141,807.34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Male Average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2152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₹136,883.21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Female Average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0.6826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t-statistic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2" y="148132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0.495011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p-value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Male average sales per order: ₹141,807.34.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Female average sales per order: ₹136,883.21.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t-statistic: 0.6826.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p-value: 0.495011.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95% confidence interval for the mean difference: −₹9,214.68 to ₹19,062.94.</a:t>
            </a:r>
          </a:p>
          <a:p>
            <a:pPr>
              <a:spcAft>
                <a:spcPts val="1300"/>
              </a:spcAft>
              <a:defRPr sz="1600">
                <a:solidFill>
                  <a:srgbClr val="232323"/>
                </a:solidFill>
              </a:defRPr>
            </a:pPr>
            <a:r>
              <a:t>• Since p-value &gt; 0.05, the null hypothesis is not rejected.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Business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There is not enough statistical evidence to conclude that male and female customers have different average sales per order.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The observed difference is not statistically significant at the 5% level.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The business should avoid making strong gender-based decisions from this result alone.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Customer value and purchase behavior can be considered alongside other factors.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Recommendations &amp;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Prioritize retention and personalized offers for High Value Customers.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Use loyalty rewards and bundles for Regular Customers.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Use reminders and targeted promotions to increase Occasional Customer purchase frequency.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Test cost-effective campaigns for Low Value Customers.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Action: apply segment-based campaigns and monitor repeat purchases and sales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The analysis converted 1,000 transactions into actionable customer insights.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Four customer segments were identified with different business priorities.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Electronics was the strongest sales category and High Value Customers were the most valuable segment.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Statistical testing found no significant gender difference in average sales per order.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Combining analytics, segmentation and statistical validation supports better business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